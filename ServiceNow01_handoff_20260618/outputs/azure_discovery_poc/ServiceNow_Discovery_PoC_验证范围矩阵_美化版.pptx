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fe0af5ac1464f" /><Relationship Type="http://schemas.openxmlformats.org/officeDocument/2006/relationships/extended-properties" Target="/docProps/app.xml" Id="R963fe229c5bb49f9" /><Relationship Type="http://schemas.openxmlformats.org/officeDocument/2006/relationships/officeDocument" Target="/ppt/presentation.xml" Id="R6974e507691f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030c57d284276"/>
  </p:sldMasterIdLst>
  <p:notesMasterIdLst>
    <p:notesMasterId xmlns:r="http://schemas.openxmlformats.org/officeDocument/2006/relationships" r:id="R161f4b761c7b41f0"/>
  </p:notesMasterIdLst>
  <p:sldIdLst>
    <p:sldId xmlns:r="http://schemas.openxmlformats.org/officeDocument/2006/relationships" id="256" r:id="Rf0d01276f5a24d4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760872b2804816" /><Relationship Type="http://schemas.openxmlformats.org/officeDocument/2006/relationships/slideMaster" Target="/ppt/slideMasters/slideMaster1.xml" Id="R0b8030c57d284276" /><Relationship Type="http://schemas.openxmlformats.org/officeDocument/2006/relationships/notesMaster" Target="/ppt/notesMasters/notesMaster1.xml" Id="R161f4b761c7b41f0" /><Relationship Type="http://schemas.openxmlformats.org/officeDocument/2006/relationships/presProps" Target="/ppt/presProps.xml" Id="Rd338484eaed94016" /><Relationship Type="http://schemas.openxmlformats.org/officeDocument/2006/relationships/tableStyles" Target="/ppt/tableStyles.xml" Id="Rc56110349098432d" /><Relationship Type="http://schemas.openxmlformats.org/officeDocument/2006/relationships/slide" Target="/ppt/slides/slide1.xml" Id="Rf0d01276f5a24d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1ca0e6d360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16881eb372495d" /><Relationship Type="http://schemas.openxmlformats.org/officeDocument/2006/relationships/notesMaster" Target="/ppt/notesMasters/notesMaster1.xml" Id="R04064933eac044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1f6278e1cc40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771d03e38d4d04" /><Relationship Type="http://schemas.openxmlformats.org/officeDocument/2006/relationships/slideLayout" Target="/ppt/slideLayouts/slideLayout1.xml" Id="R31f4a451417742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4a451417742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974f0c705423d" /><Relationship Type="http://schemas.openxmlformats.org/officeDocument/2006/relationships/notesSlide" Target="/ppt/notesSlides/notesSlide1.xml" Id="R10d9266aef884c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5F9490DD-944C-4C04-9BB6-B3C17EA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3A11CD-C893-4314-AF23-2B7BDDA1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ServiceNow Discovery / Service Mapping PoC 検証範囲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C2D963-44F7-4E7E-A51C-A80B8866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DEBF7"/>
                </a:solidFill>
              </a:defRPr>
            </a:pPr>
            <a:r>
              <a:rPr sz="1125" b="0">
                <a:solidFill>
                  <a:srgbClr val="DDEBF7"/>
                </a:solidFill>
              </a:rPr>
              <a:t>客户提供表格の结构を維持し、最后列の橙色対象を見やすく整理</a:t>
            </a:r>
          </a:p>
        </p:txBody>
      </p:sp>
      <p:sp>
        <p:nvSpPr>
          <p:cNvPr id="4" name="legend">
            <a:extLst xmlns:a="http://schemas.openxmlformats.org/drawingml/2006/main">
              <a:ext uri="{FF2B5EF4-FFF2-40B4-BE49-F238E27FC236}">
                <a16:creationId xmlns:a16="http://schemas.microsoft.com/office/drawing/2014/main" id="{155DB255-8B01-475C-8211-AE0D8D6A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366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BBD7F0"/>
            </a:solidFill>
            <a:prstDash val="solid"/>
          </a:ln>
        </p:spPr>
      </p:sp>
      <p:sp>
        <p:nvSpPr>
          <p:cNvPr id="5" name="legend-text">
            <a:extLst xmlns:a="http://schemas.openxmlformats.org/drawingml/2006/main">
              <a:ext uri="{FF2B5EF4-FFF2-40B4-BE49-F238E27FC236}">
                <a16:creationId xmlns:a16="http://schemas.microsoft.com/office/drawing/2014/main" id="{A9414BB8-A62C-4B1B-87D0-E4368173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395B"/>
                </a:solidFill>
              </a:defRPr>
            </a:pPr>
            <a:r>
              <a:rPr sz="975" b="0">
                <a:solidFill>
                  <a:srgbClr val="12395B"/>
                </a:solidFill>
              </a:rPr>
              <a:t>読み方 / 读法：橙色 = 本次重点/客户关注对象；灰色 = 结构中保留，但本次不优先或按追加要求处理。</a:t>
            </a:r>
          </a:p>
        </p:txBody>
      </p:sp>
      <p:sp>
        <p:nvSpPr>
          <p:cNvPr id="6" name="legend-orange">
            <a:extLst xmlns:a="http://schemas.openxmlformats.org/drawingml/2006/main">
              <a:ext uri="{FF2B5EF4-FFF2-40B4-BE49-F238E27FC236}">
                <a16:creationId xmlns:a16="http://schemas.microsoft.com/office/drawing/2014/main" id="{F12D4337-2E3A-47D7-A30B-AE01A52F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5725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" name="legend-orange-text">
            <a:extLst xmlns:a="http://schemas.openxmlformats.org/drawingml/2006/main">
              <a:ext uri="{FF2B5EF4-FFF2-40B4-BE49-F238E27FC236}">
                <a16:creationId xmlns:a16="http://schemas.microsoft.com/office/drawing/2014/main" id="{69843880-1E2B-43C5-96FF-389460B0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914400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重点対象</a:t>
            </a:r>
          </a:p>
        </p:txBody>
      </p:sp>
      <p:sp>
        <p:nvSpPr>
          <p:cNvPr id="8" name="legend-gray">
            <a:extLst xmlns:a="http://schemas.openxmlformats.org/drawingml/2006/main">
              <a:ext uri="{FF2B5EF4-FFF2-40B4-BE49-F238E27FC236}">
                <a16:creationId xmlns:a16="http://schemas.microsoft.com/office/drawing/2014/main" id="{0D2E2661-1D7A-4E6E-85E5-C9CD57FC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85725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legend-gray-text">
            <a:extLst xmlns:a="http://schemas.openxmlformats.org/drawingml/2006/main">
              <a:ext uri="{FF2B5EF4-FFF2-40B4-BE49-F238E27FC236}">
                <a16:creationId xmlns:a16="http://schemas.microsoft.com/office/drawing/2014/main" id="{3203E823-0071-49DD-B56A-7C03B2A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14400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保留対象</a:t>
            </a:r>
          </a:p>
        </p:txBody>
      </p:sp>
      <p:sp>
        <p:nvSpPr>
          <p:cNvPr id="10" name="header-大分類">
            <a:extLst xmlns:a="http://schemas.openxmlformats.org/drawingml/2006/main">
              <a:ext uri="{FF2B5EF4-FFF2-40B4-BE49-F238E27FC236}">
                <a16:creationId xmlns:a16="http://schemas.microsoft.com/office/drawing/2014/main" id="{CF1F00FF-63C9-46B8-B031-51B1F44C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18097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1" name="header-大分類-text">
            <a:extLst xmlns:a="http://schemas.openxmlformats.org/drawingml/2006/main">
              <a:ext uri="{FF2B5EF4-FFF2-40B4-BE49-F238E27FC236}">
                <a16:creationId xmlns:a16="http://schemas.microsoft.com/office/drawing/2014/main" id="{DAC012CC-77A8-4C52-8E53-D6886818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大分類</a:t>
            </a:r>
          </a:p>
        </p:txBody>
      </p:sp>
      <p:sp>
        <p:nvSpPr>
          <p:cNvPr id="12" name="header-中分類">
            <a:extLst xmlns:a="http://schemas.openxmlformats.org/drawingml/2006/main">
              <a:ext uri="{FF2B5EF4-FFF2-40B4-BE49-F238E27FC236}">
                <a16:creationId xmlns:a16="http://schemas.microsoft.com/office/drawing/2014/main" id="{17579080-A207-42E3-97F3-17A3254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76350"/>
            <a:ext cx="25717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3" name="header-中分類-text">
            <a:extLst xmlns:a="http://schemas.openxmlformats.org/drawingml/2006/main">
              <a:ext uri="{FF2B5EF4-FFF2-40B4-BE49-F238E27FC236}">
                <a16:creationId xmlns:a16="http://schemas.microsoft.com/office/drawing/2014/main" id="{43FC9BF9-9498-4EB2-8235-3E3646B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620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中分類</a:t>
            </a:r>
          </a:p>
        </p:txBody>
      </p:sp>
      <p:sp>
        <p:nvSpPr>
          <p:cNvPr id="14" name="header-小分類">
            <a:extLst xmlns:a="http://schemas.openxmlformats.org/drawingml/2006/main">
              <a:ext uri="{FF2B5EF4-FFF2-40B4-BE49-F238E27FC236}">
                <a16:creationId xmlns:a16="http://schemas.microsoft.com/office/drawing/2014/main" id="{8CA46D3F-5002-4CAA-943E-58E39D1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76350"/>
            <a:ext cx="22860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5" name="header-小分類-text">
            <a:extLst xmlns:a="http://schemas.openxmlformats.org/drawingml/2006/main">
              <a:ext uri="{FF2B5EF4-FFF2-40B4-BE49-F238E27FC236}">
                <a16:creationId xmlns:a16="http://schemas.microsoft.com/office/drawing/2014/main" id="{C9914E9D-C5E3-4FCA-9CD8-63B7EBD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620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小分類</a:t>
            </a:r>
          </a:p>
        </p:txBody>
      </p:sp>
      <p:sp>
        <p:nvSpPr>
          <p:cNvPr id="16" name="header-検証対象 / Target">
            <a:extLst xmlns:a="http://schemas.openxmlformats.org/drawingml/2006/main">
              <a:ext uri="{FF2B5EF4-FFF2-40B4-BE49-F238E27FC236}">
                <a16:creationId xmlns:a16="http://schemas.microsoft.com/office/drawing/2014/main" id="{FD5892FC-2689-4F5D-8D55-7EE9555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76350"/>
            <a:ext cx="70008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7" name="header-検証対象 / Target-text">
            <a:extLst xmlns:a="http://schemas.openxmlformats.org/drawingml/2006/main">
              <a:ext uri="{FF2B5EF4-FFF2-40B4-BE49-F238E27FC236}">
                <a16:creationId xmlns:a16="http://schemas.microsoft.com/office/drawing/2014/main" id="{F7552A63-EA76-45C3-BBCB-42732C63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62075"/>
            <a:ext cx="677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検証対象 / Target</a:t>
            </a:r>
          </a:p>
        </p:txBody>
      </p:sp>
      <p:sp>
        <p:nvSpPr>
          <p:cNvPr id="18" name="table-shadow">
            <a:extLst xmlns:a="http://schemas.openxmlformats.org/drawingml/2006/main">
              <a:ext uri="{FF2B5EF4-FFF2-40B4-BE49-F238E27FC236}">
                <a16:creationId xmlns:a16="http://schemas.microsoft.com/office/drawing/2014/main" id="{A51F5065-6067-4CD7-BA91-03C95E99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66825"/>
            <a:ext cx="13687425" cy="5334000"/>
          </a:xfrm>
          <a:prstGeom xmlns:a="http://schemas.openxmlformats.org/drawingml/2006/main" prst="roundRect">
            <a:avLst>
              <a:gd name="adj" fmla="val 14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19" name="cell-70-172">
            <a:extLst xmlns:a="http://schemas.openxmlformats.org/drawingml/2006/main">
              <a:ext uri="{FF2B5EF4-FFF2-40B4-BE49-F238E27FC236}">
                <a16:creationId xmlns:a16="http://schemas.microsoft.com/office/drawing/2014/main" id="{EA9B2FCF-76C5-4CFE-989C-244B408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cell-text-70-172">
            <a:extLst xmlns:a="http://schemas.openxmlformats.org/drawingml/2006/main">
              <a:ext uri="{FF2B5EF4-FFF2-40B4-BE49-F238E27FC236}">
                <a16:creationId xmlns:a16="http://schemas.microsoft.com/office/drawing/2014/main" id="{18FCB353-C745-4D22-9F9F-59E6C946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581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95B"/>
                </a:solidFill>
              </a:defRPr>
            </a:pPr>
            <a:r>
              <a:rPr sz="1050" b="1">
                <a:solidFill>
                  <a:srgbClr val="12395B"/>
                </a:solidFill>
              </a:rPr>
              <a:t>Horizontal</a:t>
            </a:r>
          </a:p>
        </p:txBody>
      </p:sp>
      <p:sp>
        <p:nvSpPr>
          <p:cNvPr id="21" name="cell-70-328">
            <a:extLst xmlns:a="http://schemas.openxmlformats.org/drawingml/2006/main">
              <a:ext uri="{FF2B5EF4-FFF2-40B4-BE49-F238E27FC236}">
                <a16:creationId xmlns:a16="http://schemas.microsoft.com/office/drawing/2014/main" id="{A5EA1CEC-8A89-48EC-A1F9-D6905491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809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cell-text-70-328">
            <a:extLst xmlns:a="http://schemas.openxmlformats.org/drawingml/2006/main">
              <a:ext uri="{FF2B5EF4-FFF2-40B4-BE49-F238E27FC236}">
                <a16:creationId xmlns:a16="http://schemas.microsoft.com/office/drawing/2014/main" id="{2508F9A6-6D3D-4D21-A992-33F9E68A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811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30A3"/>
                </a:solidFill>
              </a:defRPr>
            </a:pPr>
            <a:r>
              <a:rPr sz="975" b="1">
                <a:solidFill>
                  <a:srgbClr val="3730A3"/>
                </a:solidFill>
              </a:rPr>
              <a:t>Horizontal + ServiceMapping</a:t>
            </a:r>
          </a:p>
        </p:txBody>
      </p:sp>
      <p:sp>
        <p:nvSpPr>
          <p:cNvPr id="23" name="cell-70-640">
            <a:extLst xmlns:a="http://schemas.openxmlformats.org/drawingml/2006/main">
              <a:ext uri="{FF2B5EF4-FFF2-40B4-BE49-F238E27FC236}">
                <a16:creationId xmlns:a16="http://schemas.microsoft.com/office/drawing/2014/main" id="{B0C3B02A-02FD-4E29-A439-2B312950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cell-text-70-640">
            <a:extLst xmlns:a="http://schemas.openxmlformats.org/drawingml/2006/main">
              <a:ext uri="{FF2B5EF4-FFF2-40B4-BE49-F238E27FC236}">
                <a16:creationId xmlns:a16="http://schemas.microsoft.com/office/drawing/2014/main" id="{425653BE-8D46-455A-8522-694C77B7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</a:defRPr>
            </a:pPr>
            <a:r>
              <a:rPr sz="1050" b="1">
                <a:solidFill>
                  <a:srgbClr val="548235"/>
                </a:solidFill>
              </a:rPr>
              <a:t>ACC</a:t>
            </a:r>
          </a:p>
        </p:txBody>
      </p:sp>
      <p:sp>
        <p:nvSpPr>
          <p:cNvPr id="25" name="cell-260-172">
            <a:extLst xmlns:a="http://schemas.openxmlformats.org/drawingml/2006/main">
              <a:ext uri="{FF2B5EF4-FFF2-40B4-BE49-F238E27FC236}">
                <a16:creationId xmlns:a16="http://schemas.microsoft.com/office/drawing/2014/main" id="{9DC7D1CC-41F5-4B66-9526-AC3606F9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383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cell-text-260-172">
            <a:extLst xmlns:a="http://schemas.openxmlformats.org/drawingml/2006/main">
              <a:ext uri="{FF2B5EF4-FFF2-40B4-BE49-F238E27FC236}">
                <a16:creationId xmlns:a16="http://schemas.microsoft.com/office/drawing/2014/main" id="{8E2E9374-3F2E-41B6-BE33-6B1019AC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335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</a:t>
            </a:r>
          </a:p>
        </p:txBody>
      </p:sp>
      <p:sp>
        <p:nvSpPr>
          <p:cNvPr id="27" name="cell-530-172">
            <a:extLst xmlns:a="http://schemas.openxmlformats.org/drawingml/2006/main">
              <a:ext uri="{FF2B5EF4-FFF2-40B4-BE49-F238E27FC236}">
                <a16:creationId xmlns:a16="http://schemas.microsoft.com/office/drawing/2014/main" id="{A77B3DB5-2045-4479-9D51-9F6F7F33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38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cell-text-530-172">
            <a:extLst xmlns:a="http://schemas.openxmlformats.org/drawingml/2006/main">
              <a:ext uri="{FF2B5EF4-FFF2-40B4-BE49-F238E27FC236}">
                <a16:creationId xmlns:a16="http://schemas.microsoft.com/office/drawing/2014/main" id="{12213FF8-E20E-4DD5-93EA-E84D238E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33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C65911"/>
                </a:solidFill>
              </a:defRPr>
            </a:pPr>
            <a:r>
              <a:rPr sz="1013" b="1">
                <a:solidFill>
                  <a:srgbClr val="C65911"/>
                </a:solidFill>
              </a:rPr>
              <a:t>Credential-less</a:t>
            </a:r>
          </a:p>
        </p:txBody>
      </p:sp>
      <p:sp>
        <p:nvSpPr>
          <p:cNvPr id="29" name="target-bg-770-172">
            <a:extLst xmlns:a="http://schemas.openxmlformats.org/drawingml/2006/main">
              <a:ext uri="{FF2B5EF4-FFF2-40B4-BE49-F238E27FC236}">
                <a16:creationId xmlns:a16="http://schemas.microsoft.com/office/drawing/2014/main" id="{223F329D-2372-45B9-8986-877D9336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383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cell-260-224">
            <a:extLst xmlns:a="http://schemas.openxmlformats.org/drawingml/2006/main">
              <a:ext uri="{FF2B5EF4-FFF2-40B4-BE49-F238E27FC236}">
                <a16:creationId xmlns:a16="http://schemas.microsoft.com/office/drawing/2014/main" id="{9FFB7EB3-970D-425F-B761-90ADE63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cell-text-260-224">
            <a:extLst xmlns:a="http://schemas.openxmlformats.org/drawingml/2006/main">
              <a:ext uri="{FF2B5EF4-FFF2-40B4-BE49-F238E27FC236}">
                <a16:creationId xmlns:a16="http://schemas.microsoft.com/office/drawing/2014/main" id="{83BFC63D-3EAF-4086-9B81-F108232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288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</a:t>
            </a:r>
          </a:p>
        </p:txBody>
      </p:sp>
      <p:sp>
        <p:nvSpPr>
          <p:cNvPr id="32" name="cell-530-224">
            <a:extLst xmlns:a="http://schemas.openxmlformats.org/drawingml/2006/main">
              <a:ext uri="{FF2B5EF4-FFF2-40B4-BE49-F238E27FC236}">
                <a16:creationId xmlns:a16="http://schemas.microsoft.com/office/drawing/2014/main" id="{7C754157-A693-4BC2-9DEC-3467A349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cell-text-530-224">
            <a:extLst xmlns:a="http://schemas.openxmlformats.org/drawingml/2006/main">
              <a:ext uri="{FF2B5EF4-FFF2-40B4-BE49-F238E27FC236}">
                <a16:creationId xmlns:a16="http://schemas.microsoft.com/office/drawing/2014/main" id="{8921C4E8-0EED-4383-8150-2A6CF14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28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34" name="target-bg-770-224">
            <a:extLst xmlns:a="http://schemas.openxmlformats.org/drawingml/2006/main">
              <a:ext uri="{FF2B5EF4-FFF2-40B4-BE49-F238E27FC236}">
                <a16:creationId xmlns:a16="http://schemas.microsoft.com/office/drawing/2014/main" id="{7EAA7EE3-A867-431A-9D55-7002D9F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pill-Windows-770-224-784">
            <a:extLst xmlns:a="http://schemas.openxmlformats.org/drawingml/2006/main">
              <a:ext uri="{FF2B5EF4-FFF2-40B4-BE49-F238E27FC236}">
                <a16:creationId xmlns:a16="http://schemas.microsoft.com/office/drawing/2014/main" id="{348FA11C-95C0-4475-B45F-1F4AF030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669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36" name="pill-Windows-770-224-784-text">
            <a:extLst xmlns:a="http://schemas.openxmlformats.org/drawingml/2006/main">
              <a:ext uri="{FF2B5EF4-FFF2-40B4-BE49-F238E27FC236}">
                <a16:creationId xmlns:a16="http://schemas.microsoft.com/office/drawing/2014/main" id="{E31B048C-1CC9-439F-A4CC-17D12DB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241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37" name="pill-Linux-770-224-926">
            <a:extLst xmlns:a="http://schemas.openxmlformats.org/drawingml/2006/main">
              <a:ext uri="{FF2B5EF4-FFF2-40B4-BE49-F238E27FC236}">
                <a16:creationId xmlns:a16="http://schemas.microsoft.com/office/drawing/2014/main" id="{C7C20491-6193-4752-99C1-36CE68E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38" name="pill-Linux-770-224-926-text">
            <a:extLst xmlns:a="http://schemas.openxmlformats.org/drawingml/2006/main">
              <a:ext uri="{FF2B5EF4-FFF2-40B4-BE49-F238E27FC236}">
                <a16:creationId xmlns:a16="http://schemas.microsoft.com/office/drawing/2014/main" id="{D961F5F5-8280-4596-BBCE-44B529B3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39" name="pill-NW(PaloAlto)-770-224-1068">
            <a:extLst xmlns:a="http://schemas.openxmlformats.org/drawingml/2006/main">
              <a:ext uri="{FF2B5EF4-FFF2-40B4-BE49-F238E27FC236}">
                <a16:creationId xmlns:a16="http://schemas.microsoft.com/office/drawing/2014/main" id="{F170D073-D222-4CF2-8C98-D2D065D5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40" name="pill-NW(PaloAlto)-770-224-1068-text">
            <a:extLst xmlns:a="http://schemas.openxmlformats.org/drawingml/2006/main">
              <a:ext uri="{FF2B5EF4-FFF2-40B4-BE49-F238E27FC236}">
                <a16:creationId xmlns:a16="http://schemas.microsoft.com/office/drawing/2014/main" id="{5254A659-B764-4BF0-835F-881AB1D2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241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41" name="pill-NW(FortiGate)-770-224-1210">
            <a:extLst xmlns:a="http://schemas.openxmlformats.org/drawingml/2006/main">
              <a:ext uri="{FF2B5EF4-FFF2-40B4-BE49-F238E27FC236}">
                <a16:creationId xmlns:a16="http://schemas.microsoft.com/office/drawing/2014/main" id="{BDDA7899-8601-4246-BAD4-E5E2D70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669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42" name="pill-NW(FortiGate)-770-224-1210-text">
            <a:extLst xmlns:a="http://schemas.openxmlformats.org/drawingml/2006/main">
              <a:ext uri="{FF2B5EF4-FFF2-40B4-BE49-F238E27FC236}">
                <a16:creationId xmlns:a16="http://schemas.microsoft.com/office/drawing/2014/main" id="{F4A8A335-6342-4982-A374-C0670743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3241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43" name="pill-NW(Others)-770-224-1352">
            <a:extLst xmlns:a="http://schemas.openxmlformats.org/drawingml/2006/main">
              <a:ext uri="{FF2B5EF4-FFF2-40B4-BE49-F238E27FC236}">
                <a16:creationId xmlns:a16="http://schemas.microsoft.com/office/drawing/2014/main" id="{675CF9F4-A0C8-4831-AE8B-82624A9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2669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pill-NW(Others)-770-224-1352-text">
            <a:extLst xmlns:a="http://schemas.openxmlformats.org/drawingml/2006/main">
              <a:ext uri="{FF2B5EF4-FFF2-40B4-BE49-F238E27FC236}">
                <a16:creationId xmlns:a16="http://schemas.microsoft.com/office/drawing/2014/main" id="{8791EFB5-FC7E-436E-BE4C-3D1EA970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3241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45" name="cell-260-276">
            <a:extLst xmlns:a="http://schemas.openxmlformats.org/drawingml/2006/main">
              <a:ext uri="{FF2B5EF4-FFF2-40B4-BE49-F238E27FC236}">
                <a16:creationId xmlns:a16="http://schemas.microsoft.com/office/drawing/2014/main" id="{070172EB-ABF2-4085-AFF8-D8678084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cell-text-260-276">
            <a:extLst xmlns:a="http://schemas.openxmlformats.org/drawingml/2006/main">
              <a:ext uri="{FF2B5EF4-FFF2-40B4-BE49-F238E27FC236}">
                <a16:creationId xmlns:a16="http://schemas.microsoft.com/office/drawing/2014/main" id="{CAC91C62-4875-4BF2-BEED-2ECAB35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</a:t>
            </a:r>
          </a:p>
        </p:txBody>
      </p:sp>
      <p:sp>
        <p:nvSpPr>
          <p:cNvPr id="47" name="cell-530-276">
            <a:extLst xmlns:a="http://schemas.openxmlformats.org/drawingml/2006/main">
              <a:ext uri="{FF2B5EF4-FFF2-40B4-BE49-F238E27FC236}">
                <a16:creationId xmlns:a16="http://schemas.microsoft.com/office/drawing/2014/main" id="{7553BACC-C9A6-4DD0-B0D8-57850A0C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cell-text-530-276">
            <a:extLst xmlns:a="http://schemas.openxmlformats.org/drawingml/2006/main">
              <a:ext uri="{FF2B5EF4-FFF2-40B4-BE49-F238E27FC236}">
                <a16:creationId xmlns:a16="http://schemas.microsoft.com/office/drawing/2014/main" id="{383D0A0C-4ABD-40A4-B89E-9BC811B4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49" name="target-bg-770-276">
            <a:extLst xmlns:a="http://schemas.openxmlformats.org/drawingml/2006/main">
              <a:ext uri="{FF2B5EF4-FFF2-40B4-BE49-F238E27FC236}">
                <a16:creationId xmlns:a16="http://schemas.microsoft.com/office/drawing/2014/main" id="{63F5DA63-0C9A-4FEC-9207-90AF5C92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pill-Azure-770-276-784">
            <a:extLst xmlns:a="http://schemas.openxmlformats.org/drawingml/2006/main">
              <a:ext uri="{FF2B5EF4-FFF2-40B4-BE49-F238E27FC236}">
                <a16:creationId xmlns:a16="http://schemas.microsoft.com/office/drawing/2014/main" id="{61B6E76C-42F6-4E63-AAE9-7CF81C8E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622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51" name="pill-Azure-770-276-784-text">
            <a:extLst xmlns:a="http://schemas.openxmlformats.org/drawingml/2006/main">
              <a:ext uri="{FF2B5EF4-FFF2-40B4-BE49-F238E27FC236}">
                <a16:creationId xmlns:a16="http://schemas.microsoft.com/office/drawing/2014/main" id="{F52941B7-A354-48F9-83B0-D5F06E3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52" name="pill-AWS-770-276-926">
            <a:extLst xmlns:a="http://schemas.openxmlformats.org/drawingml/2006/main">
              <a:ext uri="{FF2B5EF4-FFF2-40B4-BE49-F238E27FC236}">
                <a16:creationId xmlns:a16="http://schemas.microsoft.com/office/drawing/2014/main" id="{F4695DF2-A66D-49DA-8F33-EDCEDC6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622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pill-AWS-770-276-926-text">
            <a:extLst xmlns:a="http://schemas.openxmlformats.org/drawingml/2006/main">
              <a:ext uri="{FF2B5EF4-FFF2-40B4-BE49-F238E27FC236}">
                <a16:creationId xmlns:a16="http://schemas.microsoft.com/office/drawing/2014/main" id="{0E14B4AD-596E-4D4E-8964-015CA119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54" name="cell-260-328">
            <a:extLst xmlns:a="http://schemas.openxmlformats.org/drawingml/2006/main">
              <a:ext uri="{FF2B5EF4-FFF2-40B4-BE49-F238E27FC236}">
                <a16:creationId xmlns:a16="http://schemas.microsoft.com/office/drawing/2014/main" id="{AC1E605F-0BA7-4AE5-89CB-86B4DC9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5" name="cell-text-260-328">
            <a:extLst xmlns:a="http://schemas.openxmlformats.org/drawingml/2006/main">
              <a:ext uri="{FF2B5EF4-FFF2-40B4-BE49-F238E27FC236}">
                <a16:creationId xmlns:a16="http://schemas.microsoft.com/office/drawing/2014/main" id="{DAFF0787-72DD-4204-8708-3F720DB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</a:t>
            </a:r>
          </a:p>
        </p:txBody>
      </p:sp>
      <p:sp>
        <p:nvSpPr>
          <p:cNvPr id="56" name="cell-530-328">
            <a:extLst xmlns:a="http://schemas.openxmlformats.org/drawingml/2006/main">
              <a:ext uri="{FF2B5EF4-FFF2-40B4-BE49-F238E27FC236}">
                <a16:creationId xmlns:a16="http://schemas.microsoft.com/office/drawing/2014/main" id="{CC7A35B6-0ECC-4A76-B0BE-93FF9AC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7" name="cell-text-530-328">
            <a:extLst xmlns:a="http://schemas.openxmlformats.org/drawingml/2006/main">
              <a:ext uri="{FF2B5EF4-FFF2-40B4-BE49-F238E27FC236}">
                <a16:creationId xmlns:a16="http://schemas.microsoft.com/office/drawing/2014/main" id="{4AF9998A-1164-47EF-A5AB-F753821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58" name="target-bg-770-328">
            <a:extLst xmlns:a="http://schemas.openxmlformats.org/drawingml/2006/main">
              <a:ext uri="{FF2B5EF4-FFF2-40B4-BE49-F238E27FC236}">
                <a16:creationId xmlns:a16="http://schemas.microsoft.com/office/drawing/2014/main" id="{615AF419-96BF-4D72-A960-39007FF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9" name="pill-Windows-770-328-784">
            <a:extLst xmlns:a="http://schemas.openxmlformats.org/drawingml/2006/main">
              <a:ext uri="{FF2B5EF4-FFF2-40B4-BE49-F238E27FC236}">
                <a16:creationId xmlns:a16="http://schemas.microsoft.com/office/drawing/2014/main" id="{D97B043A-3894-48A3-AB03-64239626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0" name="pill-Windows-770-328-784-text">
            <a:extLst xmlns:a="http://schemas.openxmlformats.org/drawingml/2006/main">
              <a:ext uri="{FF2B5EF4-FFF2-40B4-BE49-F238E27FC236}">
                <a16:creationId xmlns:a16="http://schemas.microsoft.com/office/drawing/2014/main" id="{A2660AD1-80EE-4F98-AC21-23EF63F7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61" name="pill-Linux-770-328-926">
            <a:extLst xmlns:a="http://schemas.openxmlformats.org/drawingml/2006/main">
              <a:ext uri="{FF2B5EF4-FFF2-40B4-BE49-F238E27FC236}">
                <a16:creationId xmlns:a16="http://schemas.microsoft.com/office/drawing/2014/main" id="{C70D56F5-A28E-44EB-BD80-9A787802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2" name="pill-Linux-770-328-926-text">
            <a:extLst xmlns:a="http://schemas.openxmlformats.org/drawingml/2006/main">
              <a:ext uri="{FF2B5EF4-FFF2-40B4-BE49-F238E27FC236}">
                <a16:creationId xmlns:a16="http://schemas.microsoft.com/office/drawing/2014/main" id="{6A1B038E-3D68-48FF-A1E0-BF0000C9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63" name="pill-NW(PaloAlto)-770-328-1068">
            <a:extLst xmlns:a="http://schemas.openxmlformats.org/drawingml/2006/main">
              <a:ext uri="{FF2B5EF4-FFF2-40B4-BE49-F238E27FC236}">
                <a16:creationId xmlns:a16="http://schemas.microsoft.com/office/drawing/2014/main" id="{06A52382-79C2-4B5B-9D58-39DBF25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4" name="pill-NW(PaloAlto)-770-328-1068-text">
            <a:extLst xmlns:a="http://schemas.openxmlformats.org/drawingml/2006/main">
              <a:ext uri="{FF2B5EF4-FFF2-40B4-BE49-F238E27FC236}">
                <a16:creationId xmlns:a16="http://schemas.microsoft.com/office/drawing/2014/main" id="{61A9C12B-5F44-4C67-95B2-C77675BC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14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65" name="pill-NW(FortiGate)-770-328-1210">
            <a:extLst xmlns:a="http://schemas.openxmlformats.org/drawingml/2006/main">
              <a:ext uri="{FF2B5EF4-FFF2-40B4-BE49-F238E27FC236}">
                <a16:creationId xmlns:a16="http://schemas.microsoft.com/office/drawing/2014/main" id="{11A76D68-ED50-4ABD-9AF5-9767E579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257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6" name="pill-NW(FortiGate)-770-328-1210-text">
            <a:extLst xmlns:a="http://schemas.openxmlformats.org/drawingml/2006/main">
              <a:ext uri="{FF2B5EF4-FFF2-40B4-BE49-F238E27FC236}">
                <a16:creationId xmlns:a16="http://schemas.microsoft.com/office/drawing/2014/main" id="{54721A40-7B2C-4BDA-9B4E-F6E8F3E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67" name="pill-NW(Others)-770-328-1352">
            <a:extLst xmlns:a="http://schemas.openxmlformats.org/drawingml/2006/main">
              <a:ext uri="{FF2B5EF4-FFF2-40B4-BE49-F238E27FC236}">
                <a16:creationId xmlns:a16="http://schemas.microsoft.com/office/drawing/2014/main" id="{EF1AB13E-C52A-4A68-8A57-38428EA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257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pill-NW(Others)-770-328-1352-text">
            <a:extLst xmlns:a="http://schemas.openxmlformats.org/drawingml/2006/main">
              <a:ext uri="{FF2B5EF4-FFF2-40B4-BE49-F238E27FC236}">
                <a16:creationId xmlns:a16="http://schemas.microsoft.com/office/drawing/2014/main" id="{D6FF2B77-1E50-4FB3-8BBF-ECD2413E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314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69" name="cell-260-380">
            <a:extLst xmlns:a="http://schemas.openxmlformats.org/drawingml/2006/main">
              <a:ext uri="{FF2B5EF4-FFF2-40B4-BE49-F238E27FC236}">
                <a16:creationId xmlns:a16="http://schemas.microsoft.com/office/drawing/2014/main" id="{1AF8F906-B1CC-420C-9D8D-E07E81B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0" name="cell-text-260-380">
            <a:extLst xmlns:a="http://schemas.openxmlformats.org/drawingml/2006/main">
              <a:ext uri="{FF2B5EF4-FFF2-40B4-BE49-F238E27FC236}">
                <a16:creationId xmlns:a16="http://schemas.microsoft.com/office/drawing/2014/main" id="{323CC107-4C08-430A-8EC1-C03A8CC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14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 +</a:t>
            </a:r>
          </a:p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Top-down Entry Point</a:t>
            </a:r>
          </a:p>
        </p:txBody>
      </p:sp>
      <p:sp>
        <p:nvSpPr>
          <p:cNvPr id="71" name="cell-530-380">
            <a:extLst xmlns:a="http://schemas.openxmlformats.org/drawingml/2006/main">
              <a:ext uri="{FF2B5EF4-FFF2-40B4-BE49-F238E27FC236}">
                <a16:creationId xmlns:a16="http://schemas.microsoft.com/office/drawing/2014/main" id="{A2790605-1004-4C3A-A1CF-A133D7D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2" name="cell-text-530-380">
            <a:extLst xmlns:a="http://schemas.openxmlformats.org/drawingml/2006/main">
              <a:ext uri="{FF2B5EF4-FFF2-40B4-BE49-F238E27FC236}">
                <a16:creationId xmlns:a16="http://schemas.microsoft.com/office/drawing/2014/main" id="{9B1FA280-2A15-4BA1-BC0A-B38D080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73" name="target-bg-770-380">
            <a:extLst xmlns:a="http://schemas.openxmlformats.org/drawingml/2006/main">
              <a:ext uri="{FF2B5EF4-FFF2-40B4-BE49-F238E27FC236}">
                <a16:creationId xmlns:a16="http://schemas.microsoft.com/office/drawing/2014/main" id="{C9014415-B92A-4AD8-B685-849591DE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4" name="pill-Windows-770-380-784">
            <a:extLst xmlns:a="http://schemas.openxmlformats.org/drawingml/2006/main">
              <a:ext uri="{FF2B5EF4-FFF2-40B4-BE49-F238E27FC236}">
                <a16:creationId xmlns:a16="http://schemas.microsoft.com/office/drawing/2014/main" id="{61972D76-934C-4734-BD13-22D2D4B1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528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5" name="pill-Windows-770-380-784-text">
            <a:extLst xmlns:a="http://schemas.openxmlformats.org/drawingml/2006/main">
              <a:ext uri="{FF2B5EF4-FFF2-40B4-BE49-F238E27FC236}">
                <a16:creationId xmlns:a16="http://schemas.microsoft.com/office/drawing/2014/main" id="{2D3DD133-ECB1-4321-A146-C17A4F29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76" name="pill-Linux-770-380-926">
            <a:extLst xmlns:a="http://schemas.openxmlformats.org/drawingml/2006/main">
              <a:ext uri="{FF2B5EF4-FFF2-40B4-BE49-F238E27FC236}">
                <a16:creationId xmlns:a16="http://schemas.microsoft.com/office/drawing/2014/main" id="{FCB1CA5F-E2EF-4C5B-A19D-F0099A95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7" name="pill-Linux-770-380-926-text">
            <a:extLst xmlns:a="http://schemas.openxmlformats.org/drawingml/2006/main">
              <a:ext uri="{FF2B5EF4-FFF2-40B4-BE49-F238E27FC236}">
                <a16:creationId xmlns:a16="http://schemas.microsoft.com/office/drawing/2014/main" id="{83193E33-DF3D-474D-98BE-85B7DF9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0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78" name="pill-NW(PaloAlto)-770-380-1068">
            <a:extLst xmlns:a="http://schemas.openxmlformats.org/drawingml/2006/main">
              <a:ext uri="{FF2B5EF4-FFF2-40B4-BE49-F238E27FC236}">
                <a16:creationId xmlns:a16="http://schemas.microsoft.com/office/drawing/2014/main" id="{9270700D-25F3-490B-8743-C023672E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528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9" name="pill-NW(PaloAlto)-770-380-1068-text">
            <a:extLst xmlns:a="http://schemas.openxmlformats.org/drawingml/2006/main">
              <a:ext uri="{FF2B5EF4-FFF2-40B4-BE49-F238E27FC236}">
                <a16:creationId xmlns:a16="http://schemas.microsoft.com/office/drawing/2014/main" id="{48ACAFA9-55F4-4C9E-A060-BA7C790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10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80" name="pill-NW(FortiGate)-770-380-1210">
            <a:extLst xmlns:a="http://schemas.openxmlformats.org/drawingml/2006/main">
              <a:ext uri="{FF2B5EF4-FFF2-40B4-BE49-F238E27FC236}">
                <a16:creationId xmlns:a16="http://schemas.microsoft.com/office/drawing/2014/main" id="{32668EB7-72B8-48B4-8CFA-EB954C4E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528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81" name="pill-NW(FortiGate)-770-380-1210-text">
            <a:extLst xmlns:a="http://schemas.openxmlformats.org/drawingml/2006/main">
              <a:ext uri="{FF2B5EF4-FFF2-40B4-BE49-F238E27FC236}">
                <a16:creationId xmlns:a16="http://schemas.microsoft.com/office/drawing/2014/main" id="{C6879835-6101-457F-9D58-E945B311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10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82" name="pill-NW(Others)-770-380-1352">
            <a:extLst xmlns:a="http://schemas.openxmlformats.org/drawingml/2006/main">
              <a:ext uri="{FF2B5EF4-FFF2-40B4-BE49-F238E27FC236}">
                <a16:creationId xmlns:a16="http://schemas.microsoft.com/office/drawing/2014/main" id="{D6AB9E55-D67E-4D56-A707-3C10324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7528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3" name="pill-NW(Others)-770-380-1352-text">
            <a:extLst xmlns:a="http://schemas.openxmlformats.org/drawingml/2006/main">
              <a:ext uri="{FF2B5EF4-FFF2-40B4-BE49-F238E27FC236}">
                <a16:creationId xmlns:a16="http://schemas.microsoft.com/office/drawing/2014/main" id="{839E9BAD-0B36-45F5-9130-286017BD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810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84" name="cell-260-432">
            <a:extLst xmlns:a="http://schemas.openxmlformats.org/drawingml/2006/main">
              <a:ext uri="{FF2B5EF4-FFF2-40B4-BE49-F238E27FC236}">
                <a16:creationId xmlns:a16="http://schemas.microsoft.com/office/drawing/2014/main" id="{F688FA07-B3DC-4D6B-8DA1-A9C3C75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148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5" name="cell-text-260-432">
            <a:extLst xmlns:a="http://schemas.openxmlformats.org/drawingml/2006/main">
              <a:ext uri="{FF2B5EF4-FFF2-40B4-BE49-F238E27FC236}">
                <a16:creationId xmlns:a16="http://schemas.microsoft.com/office/drawing/2014/main" id="{9A3725D9-71C7-4CA2-9C96-31A15AD5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10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</a:t>
            </a:r>
          </a:p>
        </p:txBody>
      </p:sp>
      <p:sp>
        <p:nvSpPr>
          <p:cNvPr id="86" name="cell-530-432">
            <a:extLst xmlns:a="http://schemas.openxmlformats.org/drawingml/2006/main">
              <a:ext uri="{FF2B5EF4-FFF2-40B4-BE49-F238E27FC236}">
                <a16:creationId xmlns:a16="http://schemas.microsoft.com/office/drawing/2014/main" id="{B9DFD03B-C70F-4C58-A018-2C4049E0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7" name="cell-text-530-432">
            <a:extLst xmlns:a="http://schemas.openxmlformats.org/drawingml/2006/main">
              <a:ext uri="{FF2B5EF4-FFF2-40B4-BE49-F238E27FC236}">
                <a16:creationId xmlns:a16="http://schemas.microsoft.com/office/drawing/2014/main" id="{9965D4A4-3C1E-49E3-9D4D-02F214E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88" name="target-bg-770-432">
            <a:extLst xmlns:a="http://schemas.openxmlformats.org/drawingml/2006/main">
              <a:ext uri="{FF2B5EF4-FFF2-40B4-BE49-F238E27FC236}">
                <a16:creationId xmlns:a16="http://schemas.microsoft.com/office/drawing/2014/main" id="{05EEF49F-3691-4129-9120-F7800BA4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9" name="pill-Azure-770-432-784">
            <a:extLst xmlns:a="http://schemas.openxmlformats.org/drawingml/2006/main">
              <a:ext uri="{FF2B5EF4-FFF2-40B4-BE49-F238E27FC236}">
                <a16:creationId xmlns:a16="http://schemas.microsoft.com/office/drawing/2014/main" id="{17B7E139-42E6-436B-95E3-73D7C3E8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481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90" name="pill-Azure-770-432-784-text">
            <a:extLst xmlns:a="http://schemas.openxmlformats.org/drawingml/2006/main">
              <a:ext uri="{FF2B5EF4-FFF2-40B4-BE49-F238E27FC236}">
                <a16:creationId xmlns:a16="http://schemas.microsoft.com/office/drawing/2014/main" id="{03127A65-5061-4023-B46F-B44088E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91" name="pill-AWS-770-432-926">
            <a:extLst xmlns:a="http://schemas.openxmlformats.org/drawingml/2006/main">
              <a:ext uri="{FF2B5EF4-FFF2-40B4-BE49-F238E27FC236}">
                <a16:creationId xmlns:a16="http://schemas.microsoft.com/office/drawing/2014/main" id="{16321852-3C36-47DE-A018-BA8D0A50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481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2" name="pill-AWS-770-432-926-text">
            <a:extLst xmlns:a="http://schemas.openxmlformats.org/drawingml/2006/main">
              <a:ext uri="{FF2B5EF4-FFF2-40B4-BE49-F238E27FC236}">
                <a16:creationId xmlns:a16="http://schemas.microsoft.com/office/drawing/2014/main" id="{DF4A4546-680F-4556-A7AC-594758F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93" name="cell-260-484">
            <a:extLst xmlns:a="http://schemas.openxmlformats.org/drawingml/2006/main">
              <a:ext uri="{FF2B5EF4-FFF2-40B4-BE49-F238E27FC236}">
                <a16:creationId xmlns:a16="http://schemas.microsoft.com/office/drawing/2014/main" id="{78350F6C-E510-47AE-B9A5-582B036C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01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4" name="cell-text-260-484">
            <a:extLst xmlns:a="http://schemas.openxmlformats.org/drawingml/2006/main">
              <a:ext uri="{FF2B5EF4-FFF2-40B4-BE49-F238E27FC236}">
                <a16:creationId xmlns:a16="http://schemas.microsoft.com/office/drawing/2014/main" id="{9525B799-39D5-40ED-A99B-71F518F0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05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 +</a:t>
            </a:r>
          </a:p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Top-down Entry Point</a:t>
            </a:r>
          </a:p>
        </p:txBody>
      </p:sp>
      <p:sp>
        <p:nvSpPr>
          <p:cNvPr id="95" name="cell-530-484">
            <a:extLst xmlns:a="http://schemas.openxmlformats.org/drawingml/2006/main">
              <a:ext uri="{FF2B5EF4-FFF2-40B4-BE49-F238E27FC236}">
                <a16:creationId xmlns:a16="http://schemas.microsoft.com/office/drawing/2014/main" id="{B6FCD953-0E80-41FF-8BDF-8C8A3640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6" name="cell-text-530-484">
            <a:extLst xmlns:a="http://schemas.openxmlformats.org/drawingml/2006/main">
              <a:ext uri="{FF2B5EF4-FFF2-40B4-BE49-F238E27FC236}">
                <a16:creationId xmlns:a16="http://schemas.microsoft.com/office/drawing/2014/main" id="{6DD3B68D-F0FA-442B-8595-402A9623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053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97" name="target-bg-770-484">
            <a:extLst xmlns:a="http://schemas.openxmlformats.org/drawingml/2006/main">
              <a:ext uri="{FF2B5EF4-FFF2-40B4-BE49-F238E27FC236}">
                <a16:creationId xmlns:a16="http://schemas.microsoft.com/office/drawing/2014/main" id="{D874B125-C84B-4920-BFF4-7F257D43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01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8" name="pill-Azure-770-484-784">
            <a:extLst xmlns:a="http://schemas.openxmlformats.org/drawingml/2006/main">
              <a:ext uri="{FF2B5EF4-FFF2-40B4-BE49-F238E27FC236}">
                <a16:creationId xmlns:a16="http://schemas.microsoft.com/office/drawing/2014/main" id="{32000CFC-2DE6-49A4-ABAC-6BA3366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99" name="pill-Azure-770-484-784-text">
            <a:extLst xmlns:a="http://schemas.openxmlformats.org/drawingml/2006/main">
              <a:ext uri="{FF2B5EF4-FFF2-40B4-BE49-F238E27FC236}">
                <a16:creationId xmlns:a16="http://schemas.microsoft.com/office/drawing/2014/main" id="{88E9838E-A8FA-49B5-827E-46EC1F9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100" name="pill-AWS-770-484-926">
            <a:extLst xmlns:a="http://schemas.openxmlformats.org/drawingml/2006/main">
              <a:ext uri="{FF2B5EF4-FFF2-40B4-BE49-F238E27FC236}">
                <a16:creationId xmlns:a16="http://schemas.microsoft.com/office/drawing/2014/main" id="{31AC6F27-48CB-4ECD-832E-8C4C3E9F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43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1" name="pill-AWS-770-484-926-text">
            <a:extLst xmlns:a="http://schemas.openxmlformats.org/drawingml/2006/main">
              <a:ext uri="{FF2B5EF4-FFF2-40B4-BE49-F238E27FC236}">
                <a16:creationId xmlns:a16="http://schemas.microsoft.com/office/drawing/2014/main" id="{8F9C3113-644B-4864-84E0-D4477C48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00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102" name="cell-260-536">
            <a:extLst xmlns:a="http://schemas.openxmlformats.org/drawingml/2006/main">
              <a:ext uri="{FF2B5EF4-FFF2-40B4-BE49-F238E27FC236}">
                <a16:creationId xmlns:a16="http://schemas.microsoft.com/office/drawing/2014/main" id="{670B06BA-22C8-44F2-9AE0-38630062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3" name="cell-text-260-536">
            <a:extLst xmlns:a="http://schemas.openxmlformats.org/drawingml/2006/main">
              <a:ext uri="{FF2B5EF4-FFF2-40B4-BE49-F238E27FC236}">
                <a16:creationId xmlns:a16="http://schemas.microsoft.com/office/drawing/2014/main" id="{93506836-BD7E-456F-B48E-97612CAD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006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 +</a:t>
            </a:r>
          </a:p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Tag-based Mapping</a:t>
            </a:r>
          </a:p>
        </p:txBody>
      </p:sp>
      <p:sp>
        <p:nvSpPr>
          <p:cNvPr id="104" name="cell-530-536">
            <a:extLst xmlns:a="http://schemas.openxmlformats.org/drawingml/2006/main">
              <a:ext uri="{FF2B5EF4-FFF2-40B4-BE49-F238E27FC236}">
                <a16:creationId xmlns:a16="http://schemas.microsoft.com/office/drawing/2014/main" id="{A6A5E102-01E9-4B67-80AA-EBFDB3F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054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5" name="cell-text-530-536">
            <a:extLst xmlns:a="http://schemas.openxmlformats.org/drawingml/2006/main">
              <a:ext uri="{FF2B5EF4-FFF2-40B4-BE49-F238E27FC236}">
                <a16:creationId xmlns:a16="http://schemas.microsoft.com/office/drawing/2014/main" id="{8B663343-4F1D-46C3-BCD7-BC3F2F3B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006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106" name="target-bg-770-536">
            <a:extLst xmlns:a="http://schemas.openxmlformats.org/drawingml/2006/main">
              <a:ext uri="{FF2B5EF4-FFF2-40B4-BE49-F238E27FC236}">
                <a16:creationId xmlns:a16="http://schemas.microsoft.com/office/drawing/2014/main" id="{F6BCA586-9D71-40DC-9A18-A4B90F66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7" name="pill-Azure-770-536-784">
            <a:extLst xmlns:a="http://schemas.openxmlformats.org/drawingml/2006/main">
              <a:ext uri="{FF2B5EF4-FFF2-40B4-BE49-F238E27FC236}">
                <a16:creationId xmlns:a16="http://schemas.microsoft.com/office/drawing/2014/main" id="{0C2B7EF0-A898-412F-9998-284B8A6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387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108" name="pill-Azure-770-536-784-text">
            <a:extLst xmlns:a="http://schemas.openxmlformats.org/drawingml/2006/main">
              <a:ext uri="{FF2B5EF4-FFF2-40B4-BE49-F238E27FC236}">
                <a16:creationId xmlns:a16="http://schemas.microsoft.com/office/drawing/2014/main" id="{CA52A849-BC0F-458A-963F-88608DA3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959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109" name="pill-AWS-770-536-926">
            <a:extLst xmlns:a="http://schemas.openxmlformats.org/drawingml/2006/main">
              <a:ext uri="{FF2B5EF4-FFF2-40B4-BE49-F238E27FC236}">
                <a16:creationId xmlns:a16="http://schemas.microsoft.com/office/drawing/2014/main" id="{52B42F1B-BE4D-4F9F-BFCF-535AD55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387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0" name="pill-AWS-770-536-926-text">
            <a:extLst xmlns:a="http://schemas.openxmlformats.org/drawingml/2006/main">
              <a:ext uri="{FF2B5EF4-FFF2-40B4-BE49-F238E27FC236}">
                <a16:creationId xmlns:a16="http://schemas.microsoft.com/office/drawing/2014/main" id="{EDE3184A-7DD4-4FCB-9CE6-95DBBA4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959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111" name="cell-260-588">
            <a:extLst xmlns:a="http://schemas.openxmlformats.org/drawingml/2006/main">
              <a:ext uri="{FF2B5EF4-FFF2-40B4-BE49-F238E27FC236}">
                <a16:creationId xmlns:a16="http://schemas.microsoft.com/office/drawing/2014/main" id="{31C4F9D3-61DD-4E6D-8FF2-21EDFA4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007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2" name="cell-text-260-588">
            <a:extLst xmlns:a="http://schemas.openxmlformats.org/drawingml/2006/main">
              <a:ext uri="{FF2B5EF4-FFF2-40B4-BE49-F238E27FC236}">
                <a16:creationId xmlns:a16="http://schemas.microsoft.com/office/drawing/2014/main" id="{6233D87B-FC36-4EBC-BC93-DF3C5C73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959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Traffic-based Mapping</a:t>
            </a:r>
          </a:p>
        </p:txBody>
      </p:sp>
      <p:sp>
        <p:nvSpPr>
          <p:cNvPr id="113" name="cell-530-588">
            <a:extLst xmlns:a="http://schemas.openxmlformats.org/drawingml/2006/main">
              <a:ext uri="{FF2B5EF4-FFF2-40B4-BE49-F238E27FC236}">
                <a16:creationId xmlns:a16="http://schemas.microsoft.com/office/drawing/2014/main" id="{393A0CD3-8254-4350-A658-387E6B6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007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4" name="cell-text-530-588">
            <a:extLst xmlns:a="http://schemas.openxmlformats.org/drawingml/2006/main">
              <a:ext uri="{FF2B5EF4-FFF2-40B4-BE49-F238E27FC236}">
                <a16:creationId xmlns:a16="http://schemas.microsoft.com/office/drawing/2014/main" id="{03CAB446-0DD6-4A4A-A17E-7588FB08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95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Traffic data / PI</a:t>
            </a:r>
          </a:p>
        </p:txBody>
      </p:sp>
      <p:sp>
        <p:nvSpPr>
          <p:cNvPr id="115" name="target-bg-770-588">
            <a:extLst xmlns:a="http://schemas.openxmlformats.org/drawingml/2006/main">
              <a:ext uri="{FF2B5EF4-FFF2-40B4-BE49-F238E27FC236}">
                <a16:creationId xmlns:a16="http://schemas.microsoft.com/office/drawing/2014/main" id="{C47B73F1-9EBD-4B25-9298-C7AF043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6" name="pill-本PoC対象外-770-588-784">
            <a:extLst xmlns:a="http://schemas.openxmlformats.org/drawingml/2006/main">
              <a:ext uri="{FF2B5EF4-FFF2-40B4-BE49-F238E27FC236}">
                <a16:creationId xmlns:a16="http://schemas.microsoft.com/office/drawing/2014/main" id="{599FE3F5-235C-494B-9435-EDC1BF9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340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17" name="pill-本PoC対象外-770-588-784-text">
            <a:extLst xmlns:a="http://schemas.openxmlformats.org/drawingml/2006/main">
              <a:ext uri="{FF2B5EF4-FFF2-40B4-BE49-F238E27FC236}">
                <a16:creationId xmlns:a16="http://schemas.microsoft.com/office/drawing/2014/main" id="{787C9A40-B9FE-48D7-A6C2-C259854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912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91C1C"/>
                </a:solidFill>
              </a:defRPr>
            </a:pPr>
            <a:r>
              <a:rPr sz="863" b="1">
                <a:solidFill>
                  <a:srgbClr val="B91C1C"/>
                </a:solidFill>
              </a:rPr>
              <a:t>本PoC対象外</a:t>
            </a:r>
          </a:p>
        </p:txBody>
      </p:sp>
      <p:sp>
        <p:nvSpPr>
          <p:cNvPr id="118" name="pill-不可验证-770-588-926">
            <a:extLst xmlns:a="http://schemas.openxmlformats.org/drawingml/2006/main">
              <a:ext uri="{FF2B5EF4-FFF2-40B4-BE49-F238E27FC236}">
                <a16:creationId xmlns:a16="http://schemas.microsoft.com/office/drawing/2014/main" id="{A9689A54-ED55-4040-B3FD-ABA68D0F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340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19" name="pill-不可验证-770-588-926-text">
            <a:extLst xmlns:a="http://schemas.openxmlformats.org/drawingml/2006/main">
              <a:ext uri="{FF2B5EF4-FFF2-40B4-BE49-F238E27FC236}">
                <a16:creationId xmlns:a16="http://schemas.microsoft.com/office/drawing/2014/main" id="{1CB1B5D4-1504-45DB-8715-F8A8EAE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912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91C1C"/>
                </a:solidFill>
              </a:defRPr>
            </a:pPr>
            <a:r>
              <a:rPr sz="863" b="1">
                <a:solidFill>
                  <a:srgbClr val="B91C1C"/>
                </a:solidFill>
              </a:rPr>
              <a:t>不可验证</a:t>
            </a:r>
          </a:p>
        </p:txBody>
      </p:sp>
      <p:sp>
        <p:nvSpPr>
          <p:cNvPr id="120" name="cell-260-640">
            <a:extLst xmlns:a="http://schemas.openxmlformats.org/drawingml/2006/main">
              <a:ext uri="{FF2B5EF4-FFF2-40B4-BE49-F238E27FC236}">
                <a16:creationId xmlns:a16="http://schemas.microsoft.com/office/drawing/2014/main" id="{A16F464C-B86A-4F2E-8625-C6E1337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960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1" name="cell-text-260-640">
            <a:extLst xmlns:a="http://schemas.openxmlformats.org/drawingml/2006/main">
              <a:ext uri="{FF2B5EF4-FFF2-40B4-BE49-F238E27FC236}">
                <a16:creationId xmlns:a16="http://schemas.microsoft.com/office/drawing/2014/main" id="{33873ED4-EBFC-4982-B617-0A05C334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912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Agent Based</a:t>
            </a:r>
          </a:p>
        </p:txBody>
      </p:sp>
      <p:sp>
        <p:nvSpPr>
          <p:cNvPr id="122" name="cell-530-640">
            <a:extLst xmlns:a="http://schemas.openxmlformats.org/drawingml/2006/main">
              <a:ext uri="{FF2B5EF4-FFF2-40B4-BE49-F238E27FC236}">
                <a16:creationId xmlns:a16="http://schemas.microsoft.com/office/drawing/2014/main" id="{A9DADA91-CBAE-486B-9F76-F85EF66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960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3" name="cell-text-530-640">
            <a:extLst xmlns:a="http://schemas.openxmlformats.org/drawingml/2006/main">
              <a:ext uri="{FF2B5EF4-FFF2-40B4-BE49-F238E27FC236}">
                <a16:creationId xmlns:a16="http://schemas.microsoft.com/office/drawing/2014/main" id="{4B88FEE9-E80F-4DE4-9CD8-1E67FB74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91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124" name="target-bg-770-640">
            <a:extLst xmlns:a="http://schemas.openxmlformats.org/drawingml/2006/main">
              <a:ext uri="{FF2B5EF4-FFF2-40B4-BE49-F238E27FC236}">
                <a16:creationId xmlns:a16="http://schemas.microsoft.com/office/drawing/2014/main" id="{D76FE3CC-AEE9-494A-8C89-12A636F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96000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5" name="pill-Windows-770-640-784">
            <a:extLst xmlns:a="http://schemas.openxmlformats.org/drawingml/2006/main">
              <a:ext uri="{FF2B5EF4-FFF2-40B4-BE49-F238E27FC236}">
                <a16:creationId xmlns:a16="http://schemas.microsoft.com/office/drawing/2014/main" id="{2CE76B4B-6312-49F8-990E-C53C3322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293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126" name="pill-Windows-770-640-784-text">
            <a:extLst xmlns:a="http://schemas.openxmlformats.org/drawingml/2006/main">
              <a:ext uri="{FF2B5EF4-FFF2-40B4-BE49-F238E27FC236}">
                <a16:creationId xmlns:a16="http://schemas.microsoft.com/office/drawing/2014/main" id="{908152F6-26FD-4DB9-8FC5-0A090983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2865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127" name="pill-Linux-770-640-926">
            <a:extLst xmlns:a="http://schemas.openxmlformats.org/drawingml/2006/main">
              <a:ext uri="{FF2B5EF4-FFF2-40B4-BE49-F238E27FC236}">
                <a16:creationId xmlns:a16="http://schemas.microsoft.com/office/drawing/2014/main" id="{04B1C964-FE66-472F-9AE3-E9F1C83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2293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128" name="pill-Linux-770-640-926-text">
            <a:extLst xmlns:a="http://schemas.openxmlformats.org/drawingml/2006/main">
              <a:ext uri="{FF2B5EF4-FFF2-40B4-BE49-F238E27FC236}">
                <a16:creationId xmlns:a16="http://schemas.microsoft.com/office/drawing/2014/main" id="{C44ED965-48D5-4FB9-B704-3D00D240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865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129" name="divider-1">
            <a:extLst xmlns:a="http://schemas.openxmlformats.org/drawingml/2006/main">
              <a:ext uri="{FF2B5EF4-FFF2-40B4-BE49-F238E27FC236}">
                <a16:creationId xmlns:a16="http://schemas.microsoft.com/office/drawing/2014/main" id="{5A405F3D-7837-46C7-AFDA-E53D72B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366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30" name="divider-2">
            <a:extLst xmlns:a="http://schemas.openxmlformats.org/drawingml/2006/main">
              <a:ext uri="{FF2B5EF4-FFF2-40B4-BE49-F238E27FC236}">
                <a16:creationId xmlns:a16="http://schemas.microsoft.com/office/drawing/2014/main" id="{EFEAED32-A5F8-4714-912D-FF2DACA8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366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9525">
            <a:solidFill>
              <a:srgbClr val="548235"/>
            </a:solidFill>
            <a:prstDash val="solid"/>
          </a:ln>
        </p:spPr>
      </p:sp>
      <p:sp>
        <p:nvSpPr>
          <p:cNvPr id="131" name="note-card-1">
            <a:extLst xmlns:a="http://schemas.openxmlformats.org/drawingml/2006/main">
              <a:ext uri="{FF2B5EF4-FFF2-40B4-BE49-F238E27FC236}">
                <a16:creationId xmlns:a16="http://schemas.microsoft.com/office/drawing/2014/main" id="{0CE3F5E1-B7CD-4FE7-AC8D-D2C7A5C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19900"/>
            <a:ext cx="4286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32" name="note-card-1-title">
            <a:extLst xmlns:a="http://schemas.openxmlformats.org/drawingml/2006/main">
              <a:ext uri="{FF2B5EF4-FFF2-40B4-BE49-F238E27FC236}">
                <a16:creationId xmlns:a16="http://schemas.microsoft.com/office/drawing/2014/main" id="{F9A99315-9CAC-4661-8BE8-B4E0F28D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4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911"/>
                </a:solidFill>
              </a:defRPr>
            </a:pPr>
            <a:r>
              <a:rPr sz="1125" b="1">
                <a:solidFill>
                  <a:srgbClr val="C65911"/>
                </a:solidFill>
              </a:rPr>
              <a:t>补充说明</a:t>
            </a:r>
          </a:p>
        </p:txBody>
      </p:sp>
      <p:sp>
        <p:nvSpPr>
          <p:cNvPr id="133" name="note-card-1-body">
            <a:extLst xmlns:a="http://schemas.openxmlformats.org/drawingml/2006/main">
              <a:ext uri="{FF2B5EF4-FFF2-40B4-BE49-F238E27FC236}">
                <a16:creationId xmlns:a16="http://schemas.microsoft.com/office/drawing/2014/main" id="{81CD7E7C-BD1B-4DF2-AF87-355811AB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2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A3412"/>
                </a:solidFill>
              </a:defRPr>
            </a:pPr>
            <a:r>
              <a:rPr sz="863" b="0">
                <a:solidFill>
                  <a:srgbClr val="9A3412"/>
                </a:solidFill>
              </a:rPr>
              <a:t>NW(PaloAlto) 可作为网络设备发现对象；若客户要求 Discovery 流量经过 Palo Alto，则应使用“网关版 / B案”图说明。</a:t>
            </a:r>
          </a:p>
        </p:txBody>
      </p:sp>
      <p:sp>
        <p:nvSpPr>
          <p:cNvPr id="134" name="note-card-2">
            <a:extLst xmlns:a="http://schemas.openxmlformats.org/drawingml/2006/main">
              <a:ext uri="{FF2B5EF4-FFF2-40B4-BE49-F238E27FC236}">
                <a16:creationId xmlns:a16="http://schemas.microsoft.com/office/drawing/2014/main" id="{03ED6854-5D17-4947-A0B4-FAC4BEF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819900"/>
            <a:ext cx="4286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35" name="note-card-2-title">
            <a:extLst xmlns:a="http://schemas.openxmlformats.org/drawingml/2006/main">
              <a:ext uri="{FF2B5EF4-FFF2-40B4-BE49-F238E27FC236}">
                <a16:creationId xmlns:a16="http://schemas.microsoft.com/office/drawing/2014/main" id="{3877C024-0B3B-41D2-87AC-4A582D14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934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95B"/>
                </a:solidFill>
              </a:defRPr>
            </a:pPr>
            <a:r>
              <a:rPr sz="1125" b="1">
                <a:solidFill>
                  <a:srgbClr val="12395B"/>
                </a:solidFill>
              </a:rPr>
              <a:t>Cloud Discovery</a:t>
            </a:r>
          </a:p>
        </p:txBody>
      </p:sp>
      <p:sp>
        <p:nvSpPr>
          <p:cNvPr id="136" name="note-card-2-body">
            <a:extLst xmlns:a="http://schemas.openxmlformats.org/drawingml/2006/main">
              <a:ext uri="{FF2B5EF4-FFF2-40B4-BE49-F238E27FC236}">
                <a16:creationId xmlns:a16="http://schemas.microsoft.com/office/drawing/2014/main" id="{E352F981-A38F-4363-A275-D8040E8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62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395B"/>
                </a:solidFill>
              </a:defRPr>
            </a:pPr>
            <a:r>
              <a:rPr sz="863" b="0">
                <a:solidFill>
                  <a:srgbClr val="12395B"/>
                </a:solidFill>
              </a:rPr>
              <a:t>Azure / AWS は VM 内部ではなく Cloud Account / API 层の资源发现。此次 PoC 建议优先 Azure。</a:t>
            </a:r>
          </a:p>
        </p:txBody>
      </p:sp>
      <p:sp>
        <p:nvSpPr>
          <p:cNvPr id="137" name="note-card-3">
            <a:extLst xmlns:a="http://schemas.openxmlformats.org/drawingml/2006/main">
              <a:ext uri="{FF2B5EF4-FFF2-40B4-BE49-F238E27FC236}">
                <a16:creationId xmlns:a16="http://schemas.microsoft.com/office/drawing/2014/main" id="{B78D37AE-D187-42C1-B75A-B49A16D5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819900"/>
            <a:ext cx="46291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38" name="note-card-3-title">
            <a:extLst xmlns:a="http://schemas.openxmlformats.org/drawingml/2006/main">
              <a:ext uri="{FF2B5EF4-FFF2-40B4-BE49-F238E27FC236}">
                <a16:creationId xmlns:a16="http://schemas.microsoft.com/office/drawing/2014/main" id="{80F53EEF-CBAF-450A-B9F6-7A7589E5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934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8235"/>
                </a:solidFill>
              </a:defRPr>
            </a:pPr>
            <a:r>
              <a:rPr sz="1125" b="1">
                <a:solidFill>
                  <a:srgbClr val="548235"/>
                </a:solidFill>
              </a:rPr>
              <a:t>ACC</a:t>
            </a:r>
          </a:p>
        </p:txBody>
      </p:sp>
      <p:sp>
        <p:nvSpPr>
          <p:cNvPr id="139" name="note-card-3-body">
            <a:extLst xmlns:a="http://schemas.openxmlformats.org/drawingml/2006/main">
              <a:ext uri="{FF2B5EF4-FFF2-40B4-BE49-F238E27FC236}">
                <a16:creationId xmlns:a16="http://schemas.microsoft.com/office/drawing/2014/main" id="{1867AEF5-F41D-4465-98D7-A26A7F7E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162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ACC は Agent Based。Windows / Linux 主机に Agent を導入し、通常 Discovery との差分を確認する。</a:t>
            </a:r>
          </a:p>
        </p:txBody>
      </p:sp>
      <p:sp>
        <p:nvSpPr>
          <p:cNvPr id="14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76A8B75-7539-4D81-9198-5D702AC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1366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1" name="footer">
            <a:extLst xmlns:a="http://schemas.openxmlformats.org/drawingml/2006/main">
              <a:ext uri="{FF2B5EF4-FFF2-40B4-BE49-F238E27FC236}">
                <a16:creationId xmlns:a16="http://schemas.microsoft.com/office/drawing/2014/main" id="{EAFC34EA-8432-4509-9C1D-F776499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105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</a:defRPr>
            </a:pPr>
            <a:r>
              <a:rPr sz="863" b="0">
                <a:solidFill>
                  <a:srgbClr val="475569"/>
                </a:solidFill>
              </a:rPr>
              <a:t>構造：大分類 → 中分類 → 小分類 → 検証対象。原始表の内容を整理し、対象項目をタグ化して可読性を上げたもの。</a:t>
            </a:r>
          </a:p>
        </p:txBody>
      </p:sp>
    </p:spTree>
    <p:extLst>
      <p:ext uri="{BB962C8B-B14F-4D97-AF65-F5344CB8AC3E}">
        <p14:creationId xmlns:p14="http://schemas.microsoft.com/office/powerpoint/2010/main" val="757644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2026-06-18T06:39:27.7670000Z</dcterms:created>
  <dcterms:modified xsi:type="dcterms:W3CDTF">2026-06-18T06:39:27.7670000Z</dcterms:modified>
</coreProperties>
</file>